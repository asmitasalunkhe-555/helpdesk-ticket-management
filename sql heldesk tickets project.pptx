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0" r:id="rId23"/>
    <p:sldId id="281" r:id="rId24"/>
    <p:sldId id="282" r:id="rId25"/>
  </p:sldIdLst>
  <p:sldSz cx="9144000" cy="5143500" type="screen16x9"/>
  <p:notesSz cx="6858000" cy="9144000"/>
  <p:embeddedFontLst>
    <p:embeddedFont>
      <p:font typeface="Alfa Slab One" panose="020B0604020202020204" charset="0"/>
      <p:regular r:id="rId27"/>
    </p:embeddedFont>
    <p:embeddedFont>
      <p:font typeface="Proxima Nova" panose="020B0604020202020204" charset="0"/>
      <p:regular r:id="rId28"/>
      <p:bold r:id="rId29"/>
      <p:italic r:id="rId30"/>
      <p:boldItalic r:id="rId31"/>
    </p:embeddedFont>
    <p:embeddedFont>
      <p:font typeface="Roboto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9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8c9c7944_0_2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4" name="Google Shape;54;g3fa8c9c7944_0_28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a8c9c794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2" name="Google Shape;62;g3fa8c9c794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a8c9c7944_0_3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4" name="Google Shape;74;g3fa8c9c7944_0_3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a8c9c7944_0_3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1" name="Google Shape;81;g3fa8c9c7944_0_3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a8c9c7944_0_3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8" name="Google Shape;88;g3fa8c9c7944_0_3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a8c9c7944_0_3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5" name="Google Shape;95;g3fa8c9c7944_0_35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8c9c794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2" name="Google Shape;102;g3fa8c9c794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a8c9c7944_0_1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0" name="Google Shape;110;g3fa8c9c7944_0_1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a8c9c7944_0_1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8" name="Google Shape;118;g3fa8c9c7944_0_1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a8c9c7944_0_1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6" name="Google Shape;126;g3fa8c9c7944_0_1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a8c9c7944_0_1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6" name="Google Shape;136;g3fa8c9c7944_0_16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a8c9c7944_0_1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46" name="Google Shape;146;g3fa8c9c7944_0_1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a8c9c7944_0_3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4" name="Google Shape;154;g3fa8c9c7944_0_3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8c9c7944_0_1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2" name="Google Shape;162;g3fa8c9c7944_0_17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8c9c7944_0_1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0" name="Google Shape;170;g3fa8c9c7944_0_17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8c9c7944_0_1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8" name="Google Shape;178;g3fa8c9c7944_0_1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a8c9c7944_0_1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6" name="Google Shape;186;g3fa8c9c7944_0_1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a8c9c7944_0_1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3" name="Google Shape;193;g3fa8c9c7944_0_1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a8c9c7944_0_1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0" name="Google Shape;200;g3fa8c9c7944_0_1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a8c9c7944_0_1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6" name="Google Shape;206;g3fa8c9c7944_0_1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a8c9c7944_0_3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12" name="Google Shape;212;g3fa8c9c7944_0_3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me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168909" y="1795799"/>
            <a:ext cx="4306500" cy="15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en-IN" dirty="0"/>
              <a:t>Helpdesk Support Data Analysis Using SQL</a:t>
            </a:r>
            <a:endParaRPr dirty="0"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6208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00125"/>
            <a:ext cx="84024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A helpdesk system manages customer/user support tickets.</a:t>
            </a:r>
            <a:endParaRPr dirty="0">
              <a:solidFill>
                <a:schemeClr val="tx2">
                  <a:lumMod val="10000"/>
                </a:schemeClr>
              </a:solidFill>
              <a:highlight>
                <a:srgbClr val="C0C0C0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tx2">
                  <a:lumMod val="10000"/>
                </a:schemeClr>
              </a:solidFill>
              <a:highlight>
                <a:srgbClr val="C0C0C0"/>
              </a:highlight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 Each ticket contains information such as category, priority, status, dates, and resolution.</a:t>
            </a:r>
            <a:endParaRPr dirty="0">
              <a:solidFill>
                <a:schemeClr val="tx2">
                  <a:lumMod val="10000"/>
                </a:schemeClr>
              </a:solidFill>
              <a:highlight>
                <a:srgbClr val="C0C0C0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tx2">
                  <a:lumMod val="10000"/>
                </a:schemeClr>
              </a:solidFill>
              <a:highlight>
                <a:srgbClr val="C0C0C0"/>
              </a:highlight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SQL is used to store, manage, retrieve, and </a:t>
            </a:r>
            <a:r>
              <a:rPr lang="en-GB" dirty="0" err="1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analyze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 this information.</a:t>
            </a:r>
            <a:endParaRPr dirty="0">
              <a:solidFill>
                <a:schemeClr val="tx2">
                  <a:lumMod val="10000"/>
                </a:schemeClr>
              </a:solidFill>
              <a:highlight>
                <a:srgbClr val="C0C0C0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116300" y="164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Helpdesk_analysis database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165150" y="896325"/>
            <a:ext cx="8800800" cy="41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100" b="1"/>
              <a:t>Table 1 - customers</a:t>
            </a:r>
            <a:endParaRPr sz="2100" b="1"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125" y="1512300"/>
            <a:ext cx="5226526" cy="306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250650" y="103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Helpdesk_analysis database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136775" y="675800"/>
            <a:ext cx="8853300" cy="43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/>
              <a:t>Table 2 - support_teams</a:t>
            </a:r>
            <a:endParaRPr sz="2100"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25" y="1257150"/>
            <a:ext cx="5080001" cy="35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177375" y="261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Helpdesk_analysis database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226225" y="969600"/>
            <a:ext cx="8763900" cy="40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 b="1" dirty="0"/>
              <a:t>Table 3- Categories</a:t>
            </a:r>
            <a:endParaRPr sz="2000" b="1" dirty="0"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650" y="1633225"/>
            <a:ext cx="4631625" cy="29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214000" y="249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Helpdesk_analysis database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214500" y="822350"/>
            <a:ext cx="8715000" cy="41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/>
              <a:t>Table 4 - Tickets</a:t>
            </a:r>
            <a:endParaRPr sz="1900"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125" y="1334575"/>
            <a:ext cx="7257724" cy="346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Display the total number of tickets</a:t>
            </a: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73400" cy="36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 b="1"/>
              <a:t>Total number of tickets</a:t>
            </a:r>
            <a:endParaRPr sz="20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050" y="1732850"/>
            <a:ext cx="6424675" cy="117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699" y="2822350"/>
            <a:ext cx="5829400" cy="17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clause</a:t>
            </a:r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Critical Tickets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25" y="1827150"/>
            <a:ext cx="7359674" cy="7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 rotWithShape="1">
          <a:blip r:embed="rId4">
            <a:alphaModFix/>
          </a:blip>
          <a:srcRect l="5563" t="13629" r="5572" b="-10219"/>
          <a:stretch/>
        </p:blipFill>
        <p:spPr>
          <a:xfrm>
            <a:off x="628450" y="2571750"/>
            <a:ext cx="3894700" cy="203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Highest Priority tickets</a:t>
            </a:r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153875" y="1017800"/>
            <a:ext cx="86784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Find high priority tickets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050" y="2117475"/>
            <a:ext cx="5136300" cy="25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475" y="1580175"/>
            <a:ext cx="4824276" cy="53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Aggregation  function</a:t>
            </a:r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971550"/>
            <a:ext cx="8520600" cy="359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GB" b="1" dirty="0"/>
              <a:t>Total resolution hours  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-GB" b="1" dirty="0"/>
              <a:t>Average resolution time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975" y="1645775"/>
            <a:ext cx="7217925" cy="8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300" y="2422750"/>
            <a:ext cx="3258675" cy="81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298" y="3757848"/>
            <a:ext cx="5740750" cy="7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3548675" y="3192100"/>
            <a:ext cx="562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Min &amp; Max function</a:t>
            </a:r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166075" y="932950"/>
            <a:ext cx="8666100" cy="36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GB" b="1"/>
              <a:t>Maximum resolution time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-GB" b="1"/>
              <a:t>Minimum resolution time</a:t>
            </a:r>
            <a:endParaRPr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675" y="1373450"/>
            <a:ext cx="5878424" cy="6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6925" y="3949200"/>
            <a:ext cx="4483475" cy="81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400" y="2002500"/>
            <a:ext cx="3834350" cy="81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9575" y="3210900"/>
            <a:ext cx="6684575" cy="7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185625" y="1519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String function</a:t>
            </a:r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1"/>
          </p:nvPr>
        </p:nvSpPr>
        <p:spPr>
          <a:xfrm>
            <a:off x="87925" y="724650"/>
            <a:ext cx="8807400" cy="44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GB" b="1" dirty="0"/>
              <a:t>Customer names in lowercase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-GB" b="1" dirty="0"/>
              <a:t>Customer names in uppercase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 dirty="0"/>
              <a:t>   </a:t>
            </a:r>
            <a:endParaRPr b="1" dirty="0"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101" y="1406200"/>
            <a:ext cx="5301225" cy="13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100" y="3265375"/>
            <a:ext cx="4512250" cy="165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and concat</a:t>
            </a:r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body" idx="1"/>
          </p:nvPr>
        </p:nvSpPr>
        <p:spPr>
          <a:xfrm>
            <a:off x="136774" y="1017725"/>
            <a:ext cx="8962149" cy="4125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GB" b="1" dirty="0"/>
              <a:t>length of customer names 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-GB" b="1" dirty="0"/>
              <a:t>Combine customer name and city </a:t>
            </a:r>
            <a:endParaRPr b="1" dirty="0"/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15" y="1504557"/>
            <a:ext cx="5514375" cy="14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3C3A95-BCA3-A620-005E-C7264CE59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65" y="3242477"/>
            <a:ext cx="4884604" cy="178672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238425" y="127000"/>
            <a:ext cx="85206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mathematical functions </a:t>
            </a:r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body" idx="1"/>
          </p:nvPr>
        </p:nvSpPr>
        <p:spPr>
          <a:xfrm>
            <a:off x="100125" y="761200"/>
            <a:ext cx="8975400" cy="42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GB" b="1"/>
              <a:t>Round resolution time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-GB" b="1"/>
              <a:t>Absolute difference from 10 hrs</a:t>
            </a:r>
            <a:endParaRPr b="1"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00" y="1189900"/>
            <a:ext cx="7219474" cy="17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00" y="3563700"/>
            <a:ext cx="5680825" cy="142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>
            <a:spLocks noGrp="1"/>
          </p:cNvSpPr>
          <p:nvPr>
            <p:ph type="title"/>
          </p:nvPr>
        </p:nvSpPr>
        <p:spPr>
          <a:xfrm>
            <a:off x="136775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by and group by</a:t>
            </a:r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body" idx="1"/>
          </p:nvPr>
        </p:nvSpPr>
        <p:spPr>
          <a:xfrm>
            <a:off x="136775" y="572700"/>
            <a:ext cx="8780100" cy="44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GB" b="1"/>
              <a:t>Top 10 slowest tickets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-GB" b="1"/>
              <a:t>Number of tickets by status</a:t>
            </a:r>
            <a:endParaRPr b="1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450" y="1062112"/>
            <a:ext cx="4713650" cy="176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750" y="3373550"/>
            <a:ext cx="5046626" cy="16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>
            <a:spLocks noGrp="1"/>
          </p:cNvSpPr>
          <p:nvPr>
            <p:ph type="title"/>
          </p:nvPr>
        </p:nvSpPr>
        <p:spPr>
          <a:xfrm>
            <a:off x="177375" y="164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Having and between clause</a:t>
            </a:r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body" idx="1"/>
          </p:nvPr>
        </p:nvSpPr>
        <p:spPr>
          <a:xfrm>
            <a:off x="87924" y="736876"/>
            <a:ext cx="8674325" cy="25270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457200" lvl="0" indent="-321501" algn="l" rtl="0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-GB" sz="3080" b="1" dirty="0"/>
              <a:t>Priorities having more than 10 tickets</a:t>
            </a:r>
            <a:endParaRPr sz="308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IN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17333" algn="l" rtl="0">
              <a:spcBef>
                <a:spcPts val="1200"/>
              </a:spcBef>
              <a:spcAft>
                <a:spcPts val="0"/>
              </a:spcAft>
              <a:buSzPct val="100000"/>
              <a:buChar char="❖"/>
            </a:pPr>
            <a:r>
              <a:rPr lang="en-GB" sz="2942" b="1" dirty="0"/>
              <a:t>Tickets created between march and may</a:t>
            </a:r>
            <a:endParaRPr sz="2942" b="1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942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 dirty="0"/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50" y="1078450"/>
            <a:ext cx="5030400" cy="17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450" y="3166725"/>
            <a:ext cx="6033474" cy="16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Rank function</a:t>
            </a:r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-GB" sz="1900" b="1"/>
              <a:t>Rank tickets according to resolution time</a:t>
            </a:r>
            <a:endParaRPr sz="1900"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50" y="1733025"/>
            <a:ext cx="8520600" cy="25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>
            <a:spLocks noGrp="1"/>
          </p:cNvSpPr>
          <p:nvPr>
            <p:ph type="title"/>
          </p:nvPr>
        </p:nvSpPr>
        <p:spPr>
          <a:xfrm>
            <a:off x="281550" y="188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Joins</a:t>
            </a:r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1"/>
          </p:nvPr>
        </p:nvSpPr>
        <p:spPr>
          <a:xfrm>
            <a:off x="251400" y="873975"/>
            <a:ext cx="8580900" cy="39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GB" b="1"/>
              <a:t>Inner Joins</a:t>
            </a:r>
            <a:endParaRPr b="1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b="1"/>
              <a:t>Tickets with customers names</a:t>
            </a:r>
            <a:endParaRPr sz="15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7" name="Google Shape;1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25" y="1733825"/>
            <a:ext cx="6215675" cy="280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>
            <a:spLocks noGrp="1"/>
          </p:cNvSpPr>
          <p:nvPr>
            <p:ph type="body" idx="1"/>
          </p:nvPr>
        </p:nvSpPr>
        <p:spPr>
          <a:xfrm>
            <a:off x="175800" y="123300"/>
            <a:ext cx="8792400" cy="48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-GB" sz="2200" b="1"/>
              <a:t>Left join</a:t>
            </a:r>
            <a:endParaRPr sz="2200" b="1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b="1"/>
              <a:t>Show all customers and their tickets</a:t>
            </a:r>
            <a:endParaRPr sz="1300" b="1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/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975" y="1182925"/>
            <a:ext cx="6801826" cy="34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>
            <a:spLocks noGrp="1"/>
          </p:cNvSpPr>
          <p:nvPr>
            <p:ph type="body" idx="1"/>
          </p:nvPr>
        </p:nvSpPr>
        <p:spPr>
          <a:xfrm>
            <a:off x="226225" y="224400"/>
            <a:ext cx="8592900" cy="47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-GB" sz="2100" b="1"/>
              <a:t>Right join</a:t>
            </a:r>
            <a:endParaRPr sz="21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show all support teams and their tickets</a:t>
            </a:r>
            <a:endParaRPr b="1"/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50" y="1211125"/>
            <a:ext cx="6749075" cy="373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>
            <a:spLocks noGrp="1"/>
          </p:cNvSpPr>
          <p:nvPr>
            <p:ph type="body" idx="1"/>
          </p:nvPr>
        </p:nvSpPr>
        <p:spPr>
          <a:xfrm>
            <a:off x="148975" y="139200"/>
            <a:ext cx="8926800" cy="47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-GB" sz="2000" b="1"/>
              <a:t>Cross join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customer types and ticket priorities </a:t>
            </a:r>
            <a:endParaRPr b="1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00" y="945750"/>
            <a:ext cx="8323725" cy="341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A14A-C269-5949-462B-A318B8A3A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Entity Relationship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0CB56-10C2-DD5B-E6F6-DBB9F1C7B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022CF-53E8-0FCA-16D6-B728198E55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52" r="9762" b="14742"/>
          <a:stretch>
            <a:fillRect/>
          </a:stretch>
        </p:blipFill>
        <p:spPr>
          <a:xfrm>
            <a:off x="412123" y="1236175"/>
            <a:ext cx="7032107" cy="333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05394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4A67E-A5F8-3234-5F38-699B518DE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FE27-3CFA-4B3D-FC5B-1C10E89D2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17726"/>
            <a:ext cx="8520600" cy="3618668"/>
          </a:xfrm>
        </p:spPr>
        <p:txBody>
          <a:bodyPr/>
          <a:lstStyle/>
          <a:p>
            <a:pPr marL="114300" indent="0">
              <a:buNone/>
            </a:pPr>
            <a:endParaRPr lang="en-IN" sz="2000" b="1" dirty="0"/>
          </a:p>
          <a:p>
            <a:r>
              <a:rPr lang="en-IN" sz="2400" b="1" dirty="0"/>
              <a:t>The project uses SQL to manage and analyze helpdesk tickets. It provides insights into ticket status, priority, categories, resolution time, and team performance, helping in better decision-making and support management.</a:t>
            </a:r>
          </a:p>
          <a:p>
            <a:pPr marL="11430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52635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,900+ Thank You Presentation Stock Photos and Royalty-Free ...">
            <a:extLst>
              <a:ext uri="{FF2B5EF4-FFF2-40B4-BE49-F238E27FC236}">
                <a16:creationId xmlns:a16="http://schemas.microsoft.com/office/drawing/2014/main" id="{6517BBA4-BC74-BCA4-1F2D-88CC4A57D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308554"/>
            <a:ext cx="8074105" cy="452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4020"/>
      </p:ext>
    </p:extLst>
  </p:cSld>
  <p:clrMapOvr>
    <a:masterClrMapping/>
  </p:clrMapOvr>
</p:sld>
</file>

<file path=ppt/theme/theme1.xml><?xml version="1.0" encoding="utf-8"?>
<a:theme xmlns:a="http://schemas.openxmlformats.org/drawingml/2006/main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266</Words>
  <Application>Microsoft Office PowerPoint</Application>
  <PresentationFormat>On-screen Show (16:9)</PresentationFormat>
  <Paragraphs>97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Proxima Nova</vt:lpstr>
      <vt:lpstr>Roboto</vt:lpstr>
      <vt:lpstr>Alfa Slab One</vt:lpstr>
      <vt:lpstr>Gameday</vt:lpstr>
      <vt:lpstr>Helpdesk Support Data Analysis Using SQL</vt:lpstr>
      <vt:lpstr>Introduction </vt:lpstr>
      <vt:lpstr>Helpdesk_analysis database</vt:lpstr>
      <vt:lpstr>Helpdesk_analysis database</vt:lpstr>
      <vt:lpstr>Helpdesk_analysis database</vt:lpstr>
      <vt:lpstr>Helpdesk_analysis database </vt:lpstr>
      <vt:lpstr>Display the total number of tickets</vt:lpstr>
      <vt:lpstr>Where clause</vt:lpstr>
      <vt:lpstr>Highest Priority tickets</vt:lpstr>
      <vt:lpstr>Aggregation  function</vt:lpstr>
      <vt:lpstr>Min &amp; Max function</vt:lpstr>
      <vt:lpstr>String function</vt:lpstr>
      <vt:lpstr>Length and concat</vt:lpstr>
      <vt:lpstr>mathematical functions </vt:lpstr>
      <vt:lpstr>Order by and group by</vt:lpstr>
      <vt:lpstr>Having and between clause</vt:lpstr>
      <vt:lpstr>Rank function</vt:lpstr>
      <vt:lpstr>Joins</vt:lpstr>
      <vt:lpstr>PowerPoint Presentation</vt:lpstr>
      <vt:lpstr>PowerPoint Presentation</vt:lpstr>
      <vt:lpstr>PowerPoint Presentation</vt:lpstr>
      <vt:lpstr>Entity Relationship Diagram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asmit</dc:creator>
  <cp:lastModifiedBy>asmitasalunkhe10@gmail.com</cp:lastModifiedBy>
  <cp:revision>7</cp:revision>
  <dcterms:modified xsi:type="dcterms:W3CDTF">2026-09-12T08:23:39Z</dcterms:modified>
</cp:coreProperties>
</file>